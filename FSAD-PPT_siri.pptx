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74" r:id="rId11"/>
    <p:sldId id="273" r:id="rId12"/>
    <p:sldId id="265" r:id="rId13"/>
    <p:sldId id="266" r:id="rId14"/>
    <p:sldId id="275" r:id="rId15"/>
    <p:sldId id="276" r:id="rId16"/>
    <p:sldId id="277" r:id="rId17"/>
    <p:sldId id="269" r:id="rId18"/>
    <p:sldId id="270" r:id="rId1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EBF1E8-D73A-42F3-9D10-9FF243B4486F}" v="77" dt="2026-04-22T02:53:57.78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>
      <p:cViewPr varScale="1">
        <p:scale>
          <a:sx n="42" d="100"/>
          <a:sy n="42" d="100"/>
        </p:scale>
        <p:origin x="-796" y="-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mar kottalapalli" userId="7b46f5d6307e0e0e" providerId="LiveId" clId="{834C79D4-0F49-4CE2-97C0-9A7888659D1F}"/>
    <pc:docChg chg="undo custSel addSld delSld modSld">
      <pc:chgData name="umar kottalapalli" userId="7b46f5d6307e0e0e" providerId="LiveId" clId="{834C79D4-0F49-4CE2-97C0-9A7888659D1F}" dt="2026-04-22T02:54:39.386" v="388" actId="255"/>
      <pc:docMkLst>
        <pc:docMk/>
      </pc:docMkLst>
      <pc:sldChg chg="modSp mod">
        <pc:chgData name="umar kottalapalli" userId="7b46f5d6307e0e0e" providerId="LiveId" clId="{834C79D4-0F49-4CE2-97C0-9A7888659D1F}" dt="2026-04-22T02:54:39.386" v="388" actId="255"/>
        <pc:sldMkLst>
          <pc:docMk/>
          <pc:sldMk cId="0" sldId="256"/>
        </pc:sldMkLst>
        <pc:spChg chg="mod">
          <ac:chgData name="umar kottalapalli" userId="7b46f5d6307e0e0e" providerId="LiveId" clId="{834C79D4-0F49-4CE2-97C0-9A7888659D1F}" dt="2026-04-22T02:54:39.386" v="388" actId="255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umar kottalapalli" userId="7b46f5d6307e0e0e" providerId="LiveId" clId="{834C79D4-0F49-4CE2-97C0-9A7888659D1F}" dt="2026-04-21T02:17:55.824" v="113" actId="20577"/>
        <pc:sldMkLst>
          <pc:docMk/>
          <pc:sldMk cId="0" sldId="257"/>
        </pc:sldMkLst>
        <pc:spChg chg="mod">
          <ac:chgData name="umar kottalapalli" userId="7b46f5d6307e0e0e" providerId="LiveId" clId="{834C79D4-0F49-4CE2-97C0-9A7888659D1F}" dt="2026-04-21T02:17:55.824" v="113" actId="20577"/>
          <ac:spMkLst>
            <pc:docMk/>
            <pc:sldMk cId="0" sldId="257"/>
            <ac:spMk id="25" creationId="{486CBE4B-F2DA-ABA2-0D16-0C78B1A39E77}"/>
          </ac:spMkLst>
        </pc:spChg>
      </pc:sldChg>
      <pc:sldChg chg="modSp mod">
        <pc:chgData name="umar kottalapalli" userId="7b46f5d6307e0e0e" providerId="LiveId" clId="{834C79D4-0F49-4CE2-97C0-9A7888659D1F}" dt="2026-04-21T02:23:25.857" v="152" actId="12"/>
        <pc:sldMkLst>
          <pc:docMk/>
          <pc:sldMk cId="0" sldId="258"/>
        </pc:sldMkLst>
        <pc:spChg chg="mod">
          <ac:chgData name="umar kottalapalli" userId="7b46f5d6307e0e0e" providerId="LiveId" clId="{834C79D4-0F49-4CE2-97C0-9A7888659D1F}" dt="2026-04-21T02:23:25.857" v="152" actId="12"/>
          <ac:spMkLst>
            <pc:docMk/>
            <pc:sldMk cId="0" sldId="258"/>
            <ac:spMk id="23" creationId="{59F519A9-379C-50D4-981B-97F25580AF2C}"/>
          </ac:spMkLst>
        </pc:spChg>
      </pc:sldChg>
      <pc:sldChg chg="addSp delSp modSp mod">
        <pc:chgData name="umar kottalapalli" userId="7b46f5d6307e0e0e" providerId="LiveId" clId="{834C79D4-0F49-4CE2-97C0-9A7888659D1F}" dt="2026-04-21T02:22:12.629" v="147" actId="14100"/>
        <pc:sldMkLst>
          <pc:docMk/>
          <pc:sldMk cId="0" sldId="259"/>
        </pc:sldMkLst>
        <pc:spChg chg="add">
          <ac:chgData name="umar kottalapalli" userId="7b46f5d6307e0e0e" providerId="LiveId" clId="{834C79D4-0F49-4CE2-97C0-9A7888659D1F}" dt="2026-04-21T02:19:54.837" v="125"/>
          <ac:spMkLst>
            <pc:docMk/>
            <pc:sldMk cId="0" sldId="259"/>
            <ac:spMk id="17" creationId="{83A2F49B-7A7D-F17A-0986-02697A5ED514}"/>
          </ac:spMkLst>
        </pc:spChg>
        <pc:spChg chg="add del">
          <ac:chgData name="umar kottalapalli" userId="7b46f5d6307e0e0e" providerId="LiveId" clId="{834C79D4-0F49-4CE2-97C0-9A7888659D1F}" dt="2026-04-21T02:20:35.719" v="127" actId="21"/>
          <ac:spMkLst>
            <pc:docMk/>
            <pc:sldMk cId="0" sldId="259"/>
            <ac:spMk id="18" creationId="{8BFB1D6B-292B-4115-7480-DF0701B6AF20}"/>
          </ac:spMkLst>
        </pc:spChg>
        <pc:spChg chg="del mod">
          <ac:chgData name="umar kottalapalli" userId="7b46f5d6307e0e0e" providerId="LiveId" clId="{834C79D4-0F49-4CE2-97C0-9A7888659D1F}" dt="2026-04-21T02:20:35.719" v="127" actId="21"/>
          <ac:spMkLst>
            <pc:docMk/>
            <pc:sldMk cId="0" sldId="259"/>
            <ac:spMk id="19" creationId="{6B3744F6-9E3B-8F17-2F51-70EF57217C1D}"/>
          </ac:spMkLst>
        </pc:spChg>
        <pc:spChg chg="add mod">
          <ac:chgData name="umar kottalapalli" userId="7b46f5d6307e0e0e" providerId="LiveId" clId="{834C79D4-0F49-4CE2-97C0-9A7888659D1F}" dt="2026-04-21T02:20:42.324" v="128"/>
          <ac:spMkLst>
            <pc:docMk/>
            <pc:sldMk cId="0" sldId="259"/>
            <ac:spMk id="20" creationId="{47709B7A-7DFA-AE09-A5CF-4FEDA82D725F}"/>
          </ac:spMkLst>
        </pc:spChg>
        <pc:spChg chg="add mod">
          <ac:chgData name="umar kottalapalli" userId="7b46f5d6307e0e0e" providerId="LiveId" clId="{834C79D4-0F49-4CE2-97C0-9A7888659D1F}" dt="2026-04-21T02:22:12.629" v="147" actId="14100"/>
          <ac:spMkLst>
            <pc:docMk/>
            <pc:sldMk cId="0" sldId="259"/>
            <ac:spMk id="21" creationId="{773ACF4C-52F6-7D9F-0D96-D787A26B2F65}"/>
          </ac:spMkLst>
        </pc:spChg>
      </pc:sldChg>
      <pc:sldChg chg="modSp mod">
        <pc:chgData name="umar kottalapalli" userId="7b46f5d6307e0e0e" providerId="LiveId" clId="{834C79D4-0F49-4CE2-97C0-9A7888659D1F}" dt="2026-04-21T02:19:22.237" v="123" actId="20577"/>
        <pc:sldMkLst>
          <pc:docMk/>
          <pc:sldMk cId="0" sldId="260"/>
        </pc:sldMkLst>
        <pc:spChg chg="mod">
          <ac:chgData name="umar kottalapalli" userId="7b46f5d6307e0e0e" providerId="LiveId" clId="{834C79D4-0F49-4CE2-97C0-9A7888659D1F}" dt="2026-04-21T02:19:22.237" v="123" actId="20577"/>
          <ac:spMkLst>
            <pc:docMk/>
            <pc:sldMk cId="0" sldId="260"/>
            <ac:spMk id="23" creationId="{2C0283E6-1B60-E6CE-4A1F-167506261D43}"/>
          </ac:spMkLst>
        </pc:spChg>
      </pc:sldChg>
      <pc:sldChg chg="addSp delSp modSp mod">
        <pc:chgData name="umar kottalapalli" userId="7b46f5d6307e0e0e" providerId="LiveId" clId="{834C79D4-0F49-4CE2-97C0-9A7888659D1F}" dt="2026-04-22T02:13:01.716" v="215" actId="14100"/>
        <pc:sldMkLst>
          <pc:docMk/>
          <pc:sldMk cId="0" sldId="261"/>
        </pc:sldMkLst>
        <pc:picChg chg="del">
          <ac:chgData name="umar kottalapalli" userId="7b46f5d6307e0e0e" providerId="LiveId" clId="{834C79D4-0F49-4CE2-97C0-9A7888659D1F}" dt="2026-04-22T02:12:37.277" v="213" actId="21"/>
          <ac:picMkLst>
            <pc:docMk/>
            <pc:sldMk cId="0" sldId="261"/>
            <ac:picMk id="21" creationId="{9FE983FE-85E4-53CB-E082-09ABAC6A0060}"/>
          </ac:picMkLst>
        </pc:picChg>
        <pc:picChg chg="add mod">
          <ac:chgData name="umar kottalapalli" userId="7b46f5d6307e0e0e" providerId="LiveId" clId="{834C79D4-0F49-4CE2-97C0-9A7888659D1F}" dt="2026-04-22T02:13:01.716" v="215" actId="14100"/>
          <ac:picMkLst>
            <pc:docMk/>
            <pc:sldMk cId="0" sldId="261"/>
            <ac:picMk id="22" creationId="{A96C2001-8421-4419-8E58-F0EAF5C17603}"/>
          </ac:picMkLst>
        </pc:picChg>
      </pc:sldChg>
      <pc:sldChg chg="addSp delSp modSp mod">
        <pc:chgData name="umar kottalapalli" userId="7b46f5d6307e0e0e" providerId="LiveId" clId="{834C79D4-0F49-4CE2-97C0-9A7888659D1F}" dt="2026-04-22T02:17:46.247" v="257" actId="113"/>
        <pc:sldMkLst>
          <pc:docMk/>
          <pc:sldMk cId="0" sldId="263"/>
        </pc:sldMkLst>
        <pc:spChg chg="add mod">
          <ac:chgData name="umar kottalapalli" userId="7b46f5d6307e0e0e" providerId="LiveId" clId="{834C79D4-0F49-4CE2-97C0-9A7888659D1F}" dt="2026-04-22T02:17:46.247" v="257" actId="113"/>
          <ac:spMkLst>
            <pc:docMk/>
            <pc:sldMk cId="0" sldId="263"/>
            <ac:spMk id="22" creationId="{B003D771-B961-25B0-A346-5E65EDFBE65C}"/>
          </ac:spMkLst>
        </pc:spChg>
        <pc:spChg chg="del mod">
          <ac:chgData name="umar kottalapalli" userId="7b46f5d6307e0e0e" providerId="LiveId" clId="{834C79D4-0F49-4CE2-97C0-9A7888659D1F}" dt="2026-04-21T02:24:00.666" v="154"/>
          <ac:spMkLst>
            <pc:docMk/>
            <pc:sldMk cId="0" sldId="263"/>
            <ac:spMk id="26" creationId="{EBE73055-BF0A-4FD4-80EA-1FE0A692DF11}"/>
          </ac:spMkLst>
        </pc:spChg>
      </pc:sldChg>
      <pc:sldChg chg="addSp delSp modSp mod chgLayout">
        <pc:chgData name="umar kottalapalli" userId="7b46f5d6307e0e0e" providerId="LiveId" clId="{834C79D4-0F49-4CE2-97C0-9A7888659D1F}" dt="2026-04-21T02:30:06.947" v="198" actId="255"/>
        <pc:sldMkLst>
          <pc:docMk/>
          <pc:sldMk cId="0" sldId="264"/>
        </pc:sldMkLst>
        <pc:spChg chg="mod">
          <ac:chgData name="umar kottalapalli" userId="7b46f5d6307e0e0e" providerId="LiveId" clId="{834C79D4-0F49-4CE2-97C0-9A7888659D1F}" dt="2026-04-21T02:30:06.947" v="198" actId="255"/>
          <ac:spMkLst>
            <pc:docMk/>
            <pc:sldMk cId="0" sldId="264"/>
            <ac:spMk id="21" creationId="{A19D1454-B55C-38CF-F077-E28B58C122D2}"/>
          </ac:spMkLst>
        </pc:spChg>
        <pc:spChg chg="mod ord">
          <ac:chgData name="umar kottalapalli" userId="7b46f5d6307e0e0e" providerId="LiveId" clId="{834C79D4-0F49-4CE2-97C0-9A7888659D1F}" dt="2026-04-21T02:27:50.497" v="175" actId="700"/>
          <ac:spMkLst>
            <pc:docMk/>
            <pc:sldMk cId="0" sldId="264"/>
            <ac:spMk id="22" creationId="{00000000-0000-0000-0000-000000000000}"/>
          </ac:spMkLst>
        </pc:spChg>
        <pc:spChg chg="add del mod ord">
          <ac:chgData name="umar kottalapalli" userId="7b46f5d6307e0e0e" providerId="LiveId" clId="{834C79D4-0F49-4CE2-97C0-9A7888659D1F}" dt="2026-04-21T02:27:50.497" v="175" actId="700"/>
          <ac:spMkLst>
            <pc:docMk/>
            <pc:sldMk cId="0" sldId="264"/>
            <ac:spMk id="23" creationId="{736E5621-E229-2DF7-1E7C-7A39DFA035AC}"/>
          </ac:spMkLst>
        </pc:spChg>
      </pc:sldChg>
      <pc:sldChg chg="addSp delSp modSp mod">
        <pc:chgData name="umar kottalapalli" userId="7b46f5d6307e0e0e" providerId="LiveId" clId="{834C79D4-0F49-4CE2-97C0-9A7888659D1F}" dt="2026-04-22T02:20:07.518" v="260" actId="1076"/>
        <pc:sldMkLst>
          <pc:docMk/>
          <pc:sldMk cId="0" sldId="265"/>
        </pc:sldMkLst>
        <pc:spChg chg="mod">
          <ac:chgData name="umar kottalapalli" userId="7b46f5d6307e0e0e" providerId="LiveId" clId="{834C79D4-0F49-4CE2-97C0-9A7888659D1F}" dt="2026-04-21T16:36:21.235" v="211" actId="20577"/>
          <ac:spMkLst>
            <pc:docMk/>
            <pc:sldMk cId="0" sldId="265"/>
            <ac:spMk id="17" creationId="{00000000-0000-0000-0000-000000000000}"/>
          </ac:spMkLst>
        </pc:spChg>
        <pc:picChg chg="add del mod">
          <ac:chgData name="umar kottalapalli" userId="7b46f5d6307e0e0e" providerId="LiveId" clId="{834C79D4-0F49-4CE2-97C0-9A7888659D1F}" dt="2026-04-21T16:34:46.987" v="203" actId="21"/>
          <ac:picMkLst>
            <pc:docMk/>
            <pc:sldMk cId="0" sldId="265"/>
            <ac:picMk id="14" creationId="{4D0EE1F8-8A27-DC93-9D22-2AA387A162AD}"/>
          </ac:picMkLst>
        </pc:picChg>
        <pc:picChg chg="del">
          <ac:chgData name="umar kottalapalli" userId="7b46f5d6307e0e0e" providerId="LiveId" clId="{834C79D4-0F49-4CE2-97C0-9A7888659D1F}" dt="2026-04-21T16:34:38.487" v="201" actId="21"/>
          <ac:picMkLst>
            <pc:docMk/>
            <pc:sldMk cId="0" sldId="265"/>
            <ac:picMk id="16" creationId="{4D0EE1F8-8A27-DC93-9D22-2AA387A162AD}"/>
          </ac:picMkLst>
        </pc:picChg>
        <pc:picChg chg="add del mod">
          <ac:chgData name="umar kottalapalli" userId="7b46f5d6307e0e0e" providerId="LiveId" clId="{834C79D4-0F49-4CE2-97C0-9A7888659D1F}" dt="2026-04-22T02:19:41.840" v="258" actId="21"/>
          <ac:picMkLst>
            <pc:docMk/>
            <pc:sldMk cId="0" sldId="265"/>
            <ac:picMk id="19" creationId="{139DAEAD-35A8-A3DE-9E7E-024FB0FBFD28}"/>
          </ac:picMkLst>
        </pc:picChg>
        <pc:picChg chg="add mod">
          <ac:chgData name="umar kottalapalli" userId="7b46f5d6307e0e0e" providerId="LiveId" clId="{834C79D4-0F49-4CE2-97C0-9A7888659D1F}" dt="2026-04-22T02:20:07.518" v="260" actId="1076"/>
          <ac:picMkLst>
            <pc:docMk/>
            <pc:sldMk cId="0" sldId="265"/>
            <ac:picMk id="21" creationId="{6524D607-CAC6-B81A-1775-A9FAF8392506}"/>
          </ac:picMkLst>
        </pc:picChg>
      </pc:sldChg>
      <pc:sldChg chg="addSp delSp modSp mod">
        <pc:chgData name="umar kottalapalli" userId="7b46f5d6307e0e0e" providerId="LiveId" clId="{834C79D4-0F49-4CE2-97C0-9A7888659D1F}" dt="2026-04-22T02:23:49.369" v="274" actId="14100"/>
        <pc:sldMkLst>
          <pc:docMk/>
          <pc:sldMk cId="0" sldId="266"/>
        </pc:sldMkLst>
        <pc:spChg chg="mod">
          <ac:chgData name="umar kottalapalli" userId="7b46f5d6307e0e0e" providerId="LiveId" clId="{834C79D4-0F49-4CE2-97C0-9A7888659D1F}" dt="2026-04-22T02:20:35.274" v="262"/>
          <ac:spMkLst>
            <pc:docMk/>
            <pc:sldMk cId="0" sldId="266"/>
            <ac:spMk id="19" creationId="{3E973834-C6A0-73AE-030E-4F73B1E67800}"/>
          </ac:spMkLst>
        </pc:spChg>
        <pc:picChg chg="del">
          <ac:chgData name="umar kottalapalli" userId="7b46f5d6307e0e0e" providerId="LiveId" clId="{834C79D4-0F49-4CE2-97C0-9A7888659D1F}" dt="2026-04-21T16:36:27.487" v="212" actId="21"/>
          <ac:picMkLst>
            <pc:docMk/>
            <pc:sldMk cId="0" sldId="266"/>
            <ac:picMk id="14" creationId="{D41476E1-F170-1C5C-B2E5-DEE78300B3B1}"/>
          </ac:picMkLst>
        </pc:picChg>
        <pc:picChg chg="add del mod">
          <ac:chgData name="umar kottalapalli" userId="7b46f5d6307e0e0e" providerId="LiveId" clId="{834C79D4-0F49-4CE2-97C0-9A7888659D1F}" dt="2026-04-22T02:23:05.388" v="267" actId="21"/>
          <ac:picMkLst>
            <pc:docMk/>
            <pc:sldMk cId="0" sldId="266"/>
            <ac:picMk id="16" creationId="{2B9DA3DD-CD01-4949-68E0-D06C6EF35B78}"/>
          </ac:picMkLst>
        </pc:picChg>
        <pc:picChg chg="add del mod">
          <ac:chgData name="umar kottalapalli" userId="7b46f5d6307e0e0e" providerId="LiveId" clId="{834C79D4-0F49-4CE2-97C0-9A7888659D1F}" dt="2026-04-22T02:23:05.388" v="267" actId="21"/>
          <ac:picMkLst>
            <pc:docMk/>
            <pc:sldMk cId="0" sldId="266"/>
            <ac:picMk id="18" creationId="{CFA63C81-8BAA-C7DF-0C29-8FF25EDC64C7}"/>
          </ac:picMkLst>
        </pc:picChg>
        <pc:picChg chg="add mod">
          <ac:chgData name="umar kottalapalli" userId="7b46f5d6307e0e0e" providerId="LiveId" clId="{834C79D4-0F49-4CE2-97C0-9A7888659D1F}" dt="2026-04-22T02:23:24.011" v="270" actId="14100"/>
          <ac:picMkLst>
            <pc:docMk/>
            <pc:sldMk cId="0" sldId="266"/>
            <ac:picMk id="21" creationId="{CAA89764-C7B3-3A54-DB13-ED8587F969E5}"/>
          </ac:picMkLst>
        </pc:picChg>
        <pc:picChg chg="add mod">
          <ac:chgData name="umar kottalapalli" userId="7b46f5d6307e0e0e" providerId="LiveId" clId="{834C79D4-0F49-4CE2-97C0-9A7888659D1F}" dt="2026-04-22T02:23:49.369" v="274" actId="14100"/>
          <ac:picMkLst>
            <pc:docMk/>
            <pc:sldMk cId="0" sldId="266"/>
            <ac:picMk id="23" creationId="{DA6D5F6D-3011-22C1-56E1-2B42855776CA}"/>
          </ac:picMkLst>
        </pc:picChg>
      </pc:sldChg>
      <pc:sldChg chg="del">
        <pc:chgData name="umar kottalapalli" userId="7b46f5d6307e0e0e" providerId="LiveId" clId="{834C79D4-0F49-4CE2-97C0-9A7888659D1F}" dt="2026-04-21T16:34:25.088" v="199" actId="2696"/>
        <pc:sldMkLst>
          <pc:docMk/>
          <pc:sldMk cId="0" sldId="267"/>
        </pc:sldMkLst>
      </pc:sldChg>
      <pc:sldChg chg="del">
        <pc:chgData name="umar kottalapalli" userId="7b46f5d6307e0e0e" providerId="LiveId" clId="{834C79D4-0F49-4CE2-97C0-9A7888659D1F}" dt="2026-04-21T16:34:32.344" v="200" actId="2696"/>
        <pc:sldMkLst>
          <pc:docMk/>
          <pc:sldMk cId="0" sldId="268"/>
        </pc:sldMkLst>
      </pc:sldChg>
      <pc:sldChg chg="addSp modSp mod">
        <pc:chgData name="umar kottalapalli" userId="7b46f5d6307e0e0e" providerId="LiveId" clId="{834C79D4-0F49-4CE2-97C0-9A7888659D1F}" dt="2026-04-22T02:30:01.493" v="318" actId="1076"/>
        <pc:sldMkLst>
          <pc:docMk/>
          <pc:sldMk cId="0" sldId="269"/>
        </pc:sldMkLst>
        <pc:spChg chg="add">
          <ac:chgData name="umar kottalapalli" userId="7b46f5d6307e0e0e" providerId="LiveId" clId="{834C79D4-0F49-4CE2-97C0-9A7888659D1F}" dt="2026-04-22T02:25:00.430" v="277"/>
          <ac:spMkLst>
            <pc:docMk/>
            <pc:sldMk cId="0" sldId="269"/>
            <ac:spMk id="20" creationId="{A4CD7B04-97ED-AC4F-9C1A-6B29F71089B5}"/>
          </ac:spMkLst>
        </pc:spChg>
        <pc:spChg chg="add mod">
          <ac:chgData name="umar kottalapalli" userId="7b46f5d6307e0e0e" providerId="LiveId" clId="{834C79D4-0F49-4CE2-97C0-9A7888659D1F}" dt="2026-04-22T02:27:39.401" v="308" actId="12"/>
          <ac:spMkLst>
            <pc:docMk/>
            <pc:sldMk cId="0" sldId="269"/>
            <ac:spMk id="21" creationId="{3DD87531-64BB-72C6-DB52-59F357A1D0FE}"/>
          </ac:spMkLst>
        </pc:spChg>
        <pc:spChg chg="mod">
          <ac:chgData name="umar kottalapalli" userId="7b46f5d6307e0e0e" providerId="LiveId" clId="{834C79D4-0F49-4CE2-97C0-9A7888659D1F}" dt="2026-04-22T02:25:40.035" v="293" actId="20577"/>
          <ac:spMkLst>
            <pc:docMk/>
            <pc:sldMk cId="0" sldId="269"/>
            <ac:spMk id="22" creationId="{6F5B7760-A8E9-A24A-8EE4-BA229CE2EF9B}"/>
          </ac:spMkLst>
        </pc:spChg>
        <pc:spChg chg="add mod">
          <ac:chgData name="umar kottalapalli" userId="7b46f5d6307e0e0e" providerId="LiveId" clId="{834C79D4-0F49-4CE2-97C0-9A7888659D1F}" dt="2026-04-22T02:30:01.493" v="318" actId="1076"/>
          <ac:spMkLst>
            <pc:docMk/>
            <pc:sldMk cId="0" sldId="269"/>
            <ac:spMk id="24" creationId="{B6A9D2DB-0341-752E-15CC-69DD9914F26A}"/>
          </ac:spMkLst>
        </pc:spChg>
        <pc:spChg chg="mod">
          <ac:chgData name="umar kottalapalli" userId="7b46f5d6307e0e0e" providerId="LiveId" clId="{834C79D4-0F49-4CE2-97C0-9A7888659D1F}" dt="2026-04-22T02:28:32.402" v="312" actId="1076"/>
          <ac:spMkLst>
            <pc:docMk/>
            <pc:sldMk cId="0" sldId="269"/>
            <ac:spMk id="31" creationId="{6E07A7D2-9B49-E894-F2C6-EFC383C5A56A}"/>
          </ac:spMkLst>
        </pc:spChg>
      </pc:sldChg>
      <pc:sldChg chg="modSp new del mod">
        <pc:chgData name="umar kottalapalli" userId="7b46f5d6307e0e0e" providerId="LiveId" clId="{834C79D4-0F49-4CE2-97C0-9A7888659D1F}" dt="2026-04-22T02:16:58.893" v="228" actId="680"/>
        <pc:sldMkLst>
          <pc:docMk/>
          <pc:sldMk cId="3819055161" sldId="271"/>
        </pc:sldMkLst>
        <pc:spChg chg="mod">
          <ac:chgData name="umar kottalapalli" userId="7b46f5d6307e0e0e" providerId="LiveId" clId="{834C79D4-0F49-4CE2-97C0-9A7888659D1F}" dt="2026-04-22T02:16:58.373" v="227" actId="20577"/>
          <ac:spMkLst>
            <pc:docMk/>
            <pc:sldMk cId="3819055161" sldId="271"/>
            <ac:spMk id="2" creationId="{33083F64-62CA-072F-E2DD-17B2EA0B5A9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F6677B-8386-4D99-8CB6-60CE85B49A32}" type="datetimeFigureOut">
              <a:rPr lang="en-IN" smtClean="0"/>
              <a:pPr/>
              <a:t>05-05-2026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87CED7-D397-4570-B28F-957CB125C68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1235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Start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7CED7-D397-4570-B28F-957CB125C681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55270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786859" y="1368596"/>
            <a:ext cx="1501140" cy="7550150"/>
          </a:xfrm>
          <a:custGeom>
            <a:avLst/>
            <a:gdLst/>
            <a:ahLst/>
            <a:cxnLst/>
            <a:rect l="l" t="t" r="r" b="b"/>
            <a:pathLst>
              <a:path w="1501140" h="7550150">
                <a:moveTo>
                  <a:pt x="1501140" y="0"/>
                </a:moveTo>
                <a:lnTo>
                  <a:pt x="1454574" y="49820"/>
                </a:lnTo>
                <a:lnTo>
                  <a:pt x="1424269" y="82960"/>
                </a:lnTo>
                <a:lnTo>
                  <a:pt x="1394232" y="116347"/>
                </a:lnTo>
                <a:lnTo>
                  <a:pt x="1364464" y="149980"/>
                </a:lnTo>
                <a:lnTo>
                  <a:pt x="1334968" y="183857"/>
                </a:lnTo>
                <a:lnTo>
                  <a:pt x="1305745" y="217976"/>
                </a:lnTo>
                <a:lnTo>
                  <a:pt x="1276796" y="252336"/>
                </a:lnTo>
                <a:lnTo>
                  <a:pt x="1248124" y="286935"/>
                </a:lnTo>
                <a:lnTo>
                  <a:pt x="1219731" y="321771"/>
                </a:lnTo>
                <a:lnTo>
                  <a:pt x="1191617" y="356842"/>
                </a:lnTo>
                <a:lnTo>
                  <a:pt x="1163784" y="392148"/>
                </a:lnTo>
                <a:lnTo>
                  <a:pt x="1136235" y="427686"/>
                </a:lnTo>
                <a:lnTo>
                  <a:pt x="1108970" y="463454"/>
                </a:lnTo>
                <a:lnTo>
                  <a:pt x="1081993" y="499450"/>
                </a:lnTo>
                <a:lnTo>
                  <a:pt x="1055303" y="535674"/>
                </a:lnTo>
                <a:lnTo>
                  <a:pt x="1028904" y="572124"/>
                </a:lnTo>
                <a:lnTo>
                  <a:pt x="1002797" y="608796"/>
                </a:lnTo>
                <a:lnTo>
                  <a:pt x="976983" y="645691"/>
                </a:lnTo>
                <a:lnTo>
                  <a:pt x="951464" y="682806"/>
                </a:lnTo>
                <a:lnTo>
                  <a:pt x="926242" y="720139"/>
                </a:lnTo>
                <a:lnTo>
                  <a:pt x="901318" y="757690"/>
                </a:lnTo>
                <a:lnTo>
                  <a:pt x="876695" y="795455"/>
                </a:lnTo>
                <a:lnTo>
                  <a:pt x="852374" y="833434"/>
                </a:lnTo>
                <a:lnTo>
                  <a:pt x="828356" y="871624"/>
                </a:lnTo>
                <a:lnTo>
                  <a:pt x="804644" y="910025"/>
                </a:lnTo>
                <a:lnTo>
                  <a:pt x="781239" y="948634"/>
                </a:lnTo>
                <a:lnTo>
                  <a:pt x="758143" y="987449"/>
                </a:lnTo>
                <a:lnTo>
                  <a:pt x="735357" y="1026469"/>
                </a:lnTo>
                <a:lnTo>
                  <a:pt x="712884" y="1065693"/>
                </a:lnTo>
                <a:lnTo>
                  <a:pt x="690724" y="1105118"/>
                </a:lnTo>
                <a:lnTo>
                  <a:pt x="668880" y="1144742"/>
                </a:lnTo>
                <a:lnTo>
                  <a:pt x="647353" y="1184565"/>
                </a:lnTo>
                <a:lnTo>
                  <a:pt x="626145" y="1224584"/>
                </a:lnTo>
                <a:lnTo>
                  <a:pt x="605258" y="1264798"/>
                </a:lnTo>
                <a:lnTo>
                  <a:pt x="584694" y="1305205"/>
                </a:lnTo>
                <a:lnTo>
                  <a:pt x="564453" y="1345803"/>
                </a:lnTo>
                <a:lnTo>
                  <a:pt x="544538" y="1386591"/>
                </a:lnTo>
                <a:lnTo>
                  <a:pt x="524951" y="1427566"/>
                </a:lnTo>
                <a:lnTo>
                  <a:pt x="505693" y="1468728"/>
                </a:lnTo>
                <a:lnTo>
                  <a:pt x="486766" y="1510074"/>
                </a:lnTo>
                <a:lnTo>
                  <a:pt x="468172" y="1551602"/>
                </a:lnTo>
                <a:lnTo>
                  <a:pt x="449912" y="1593312"/>
                </a:lnTo>
                <a:lnTo>
                  <a:pt x="431988" y="1635201"/>
                </a:lnTo>
                <a:lnTo>
                  <a:pt x="414402" y="1677268"/>
                </a:lnTo>
                <a:lnTo>
                  <a:pt x="397155" y="1719511"/>
                </a:lnTo>
                <a:lnTo>
                  <a:pt x="380249" y="1761928"/>
                </a:lnTo>
                <a:lnTo>
                  <a:pt x="363687" y="1804517"/>
                </a:lnTo>
                <a:lnTo>
                  <a:pt x="347468" y="1847278"/>
                </a:lnTo>
                <a:lnTo>
                  <a:pt x="331596" y="1890207"/>
                </a:lnTo>
                <a:lnTo>
                  <a:pt x="316072" y="1933304"/>
                </a:lnTo>
                <a:lnTo>
                  <a:pt x="300898" y="1976567"/>
                </a:lnTo>
                <a:lnTo>
                  <a:pt x="286075" y="2019993"/>
                </a:lnTo>
                <a:lnTo>
                  <a:pt x="271605" y="2063582"/>
                </a:lnTo>
                <a:lnTo>
                  <a:pt x="257490" y="2107331"/>
                </a:lnTo>
                <a:lnTo>
                  <a:pt x="243732" y="2151240"/>
                </a:lnTo>
                <a:lnTo>
                  <a:pt x="230331" y="2195305"/>
                </a:lnTo>
                <a:lnTo>
                  <a:pt x="217291" y="2239526"/>
                </a:lnTo>
                <a:lnTo>
                  <a:pt x="204612" y="2283901"/>
                </a:lnTo>
                <a:lnTo>
                  <a:pt x="192296" y="2328428"/>
                </a:lnTo>
                <a:lnTo>
                  <a:pt x="180346" y="2373105"/>
                </a:lnTo>
                <a:lnTo>
                  <a:pt x="168762" y="2417931"/>
                </a:lnTo>
                <a:lnTo>
                  <a:pt x="157546" y="2462904"/>
                </a:lnTo>
                <a:lnTo>
                  <a:pt x="146701" y="2508023"/>
                </a:lnTo>
                <a:lnTo>
                  <a:pt x="136227" y="2553284"/>
                </a:lnTo>
                <a:lnTo>
                  <a:pt x="126127" y="2598688"/>
                </a:lnTo>
                <a:lnTo>
                  <a:pt x="116402" y="2644232"/>
                </a:lnTo>
                <a:lnTo>
                  <a:pt x="107054" y="2689914"/>
                </a:lnTo>
                <a:lnTo>
                  <a:pt x="98085" y="2735733"/>
                </a:lnTo>
                <a:lnTo>
                  <a:pt x="89496" y="2781687"/>
                </a:lnTo>
                <a:lnTo>
                  <a:pt x="81289" y="2827775"/>
                </a:lnTo>
                <a:lnTo>
                  <a:pt x="73466" y="2873994"/>
                </a:lnTo>
                <a:lnTo>
                  <a:pt x="66028" y="2920343"/>
                </a:lnTo>
                <a:lnTo>
                  <a:pt x="58977" y="2966820"/>
                </a:lnTo>
                <a:lnTo>
                  <a:pt x="52315" y="3013424"/>
                </a:lnTo>
                <a:lnTo>
                  <a:pt x="46044" y="3060152"/>
                </a:lnTo>
                <a:lnTo>
                  <a:pt x="40165" y="3107004"/>
                </a:lnTo>
                <a:lnTo>
                  <a:pt x="34680" y="3153977"/>
                </a:lnTo>
                <a:lnTo>
                  <a:pt x="29591" y="3201070"/>
                </a:lnTo>
                <a:lnTo>
                  <a:pt x="24899" y="3248281"/>
                </a:lnTo>
                <a:lnTo>
                  <a:pt x="20606" y="3295608"/>
                </a:lnTo>
                <a:lnTo>
                  <a:pt x="16714" y="3343050"/>
                </a:lnTo>
                <a:lnTo>
                  <a:pt x="13224" y="3390605"/>
                </a:lnTo>
                <a:lnTo>
                  <a:pt x="10138" y="3438271"/>
                </a:lnTo>
                <a:lnTo>
                  <a:pt x="7459" y="3486046"/>
                </a:lnTo>
                <a:lnTo>
                  <a:pt x="5187" y="3533930"/>
                </a:lnTo>
                <a:lnTo>
                  <a:pt x="3324" y="3581919"/>
                </a:lnTo>
                <a:lnTo>
                  <a:pt x="1872" y="3630013"/>
                </a:lnTo>
                <a:lnTo>
                  <a:pt x="833" y="3678209"/>
                </a:lnTo>
                <a:lnTo>
                  <a:pt x="208" y="3726507"/>
                </a:lnTo>
                <a:lnTo>
                  <a:pt x="0" y="3774903"/>
                </a:lnTo>
                <a:lnTo>
                  <a:pt x="208" y="3823300"/>
                </a:lnTo>
                <a:lnTo>
                  <a:pt x="833" y="3871597"/>
                </a:lnTo>
                <a:lnTo>
                  <a:pt x="1872" y="3919794"/>
                </a:lnTo>
                <a:lnTo>
                  <a:pt x="3324" y="3967888"/>
                </a:lnTo>
                <a:lnTo>
                  <a:pt x="5187" y="4015877"/>
                </a:lnTo>
                <a:lnTo>
                  <a:pt x="7459" y="4063760"/>
                </a:lnTo>
                <a:lnTo>
                  <a:pt x="10138" y="4111536"/>
                </a:lnTo>
                <a:lnTo>
                  <a:pt x="13224" y="4159202"/>
                </a:lnTo>
                <a:lnTo>
                  <a:pt x="16714" y="4206756"/>
                </a:lnTo>
                <a:lnTo>
                  <a:pt x="20606" y="4254198"/>
                </a:lnTo>
                <a:lnTo>
                  <a:pt x="24899" y="4301525"/>
                </a:lnTo>
                <a:lnTo>
                  <a:pt x="29591" y="4348736"/>
                </a:lnTo>
                <a:lnTo>
                  <a:pt x="34680" y="4395829"/>
                </a:lnTo>
                <a:lnTo>
                  <a:pt x="40165" y="4442802"/>
                </a:lnTo>
                <a:lnTo>
                  <a:pt x="46044" y="4489654"/>
                </a:lnTo>
                <a:lnTo>
                  <a:pt x="52315" y="4536383"/>
                </a:lnTo>
                <a:lnTo>
                  <a:pt x="58977" y="4582987"/>
                </a:lnTo>
                <a:lnTo>
                  <a:pt x="66028" y="4629464"/>
                </a:lnTo>
                <a:lnTo>
                  <a:pt x="73466" y="4675813"/>
                </a:lnTo>
                <a:lnTo>
                  <a:pt x="81289" y="4722032"/>
                </a:lnTo>
                <a:lnTo>
                  <a:pt x="89496" y="4768119"/>
                </a:lnTo>
                <a:lnTo>
                  <a:pt x="98085" y="4814074"/>
                </a:lnTo>
                <a:lnTo>
                  <a:pt x="107054" y="4859893"/>
                </a:lnTo>
                <a:lnTo>
                  <a:pt x="116402" y="4905575"/>
                </a:lnTo>
                <a:lnTo>
                  <a:pt x="126127" y="4951119"/>
                </a:lnTo>
                <a:lnTo>
                  <a:pt x="136227" y="4996522"/>
                </a:lnTo>
                <a:lnTo>
                  <a:pt x="146701" y="5041784"/>
                </a:lnTo>
                <a:lnTo>
                  <a:pt x="157546" y="5086902"/>
                </a:lnTo>
                <a:lnTo>
                  <a:pt x="168762" y="5131875"/>
                </a:lnTo>
                <a:lnTo>
                  <a:pt x="180346" y="5176701"/>
                </a:lnTo>
                <a:lnTo>
                  <a:pt x="192296" y="5221379"/>
                </a:lnTo>
                <a:lnTo>
                  <a:pt x="204612" y="5265905"/>
                </a:lnTo>
                <a:lnTo>
                  <a:pt x="217291" y="5310280"/>
                </a:lnTo>
                <a:lnTo>
                  <a:pt x="230331" y="5354501"/>
                </a:lnTo>
                <a:lnTo>
                  <a:pt x="243732" y="5398567"/>
                </a:lnTo>
                <a:lnTo>
                  <a:pt x="257490" y="5442475"/>
                </a:lnTo>
                <a:lnTo>
                  <a:pt x="271605" y="5486225"/>
                </a:lnTo>
                <a:lnTo>
                  <a:pt x="286075" y="5529814"/>
                </a:lnTo>
                <a:lnTo>
                  <a:pt x="300898" y="5573240"/>
                </a:lnTo>
                <a:lnTo>
                  <a:pt x="316072" y="5616503"/>
                </a:lnTo>
                <a:lnTo>
                  <a:pt x="331596" y="5659600"/>
                </a:lnTo>
                <a:lnTo>
                  <a:pt x="347468" y="5702529"/>
                </a:lnTo>
                <a:lnTo>
                  <a:pt x="363687" y="5745289"/>
                </a:lnTo>
                <a:lnTo>
                  <a:pt x="380249" y="5787879"/>
                </a:lnTo>
                <a:lnTo>
                  <a:pt x="397155" y="5830296"/>
                </a:lnTo>
                <a:lnTo>
                  <a:pt x="414402" y="5872539"/>
                </a:lnTo>
                <a:lnTo>
                  <a:pt x="431988" y="5914605"/>
                </a:lnTo>
                <a:lnTo>
                  <a:pt x="449912" y="5956494"/>
                </a:lnTo>
                <a:lnTo>
                  <a:pt x="468172" y="5998204"/>
                </a:lnTo>
                <a:lnTo>
                  <a:pt x="486766" y="6039733"/>
                </a:lnTo>
                <a:lnTo>
                  <a:pt x="505693" y="6081079"/>
                </a:lnTo>
                <a:lnTo>
                  <a:pt x="524951" y="6122241"/>
                </a:lnTo>
                <a:lnTo>
                  <a:pt x="544538" y="6163216"/>
                </a:lnTo>
                <a:lnTo>
                  <a:pt x="564453" y="6204004"/>
                </a:lnTo>
                <a:lnTo>
                  <a:pt x="584694" y="6244602"/>
                </a:lnTo>
                <a:lnTo>
                  <a:pt x="605258" y="6285009"/>
                </a:lnTo>
                <a:lnTo>
                  <a:pt x="626145" y="6325222"/>
                </a:lnTo>
                <a:lnTo>
                  <a:pt x="647353" y="6365242"/>
                </a:lnTo>
                <a:lnTo>
                  <a:pt x="668880" y="6405064"/>
                </a:lnTo>
                <a:lnTo>
                  <a:pt x="690724" y="6444689"/>
                </a:lnTo>
                <a:lnTo>
                  <a:pt x="712884" y="6484114"/>
                </a:lnTo>
                <a:lnTo>
                  <a:pt x="735357" y="6523337"/>
                </a:lnTo>
                <a:lnTo>
                  <a:pt x="758143" y="6562358"/>
                </a:lnTo>
                <a:lnTo>
                  <a:pt x="781239" y="6601173"/>
                </a:lnTo>
                <a:lnTo>
                  <a:pt x="804644" y="6639782"/>
                </a:lnTo>
                <a:lnTo>
                  <a:pt x="828356" y="6678182"/>
                </a:lnTo>
                <a:lnTo>
                  <a:pt x="852374" y="6716373"/>
                </a:lnTo>
                <a:lnTo>
                  <a:pt x="876695" y="6754352"/>
                </a:lnTo>
                <a:lnTo>
                  <a:pt x="901318" y="6792117"/>
                </a:lnTo>
                <a:lnTo>
                  <a:pt x="926242" y="6829667"/>
                </a:lnTo>
                <a:lnTo>
                  <a:pt x="951464" y="6867001"/>
                </a:lnTo>
                <a:lnTo>
                  <a:pt x="976983" y="6904116"/>
                </a:lnTo>
                <a:lnTo>
                  <a:pt x="1002797" y="6941010"/>
                </a:lnTo>
                <a:lnTo>
                  <a:pt x="1028904" y="6977683"/>
                </a:lnTo>
                <a:lnTo>
                  <a:pt x="1055303" y="7014132"/>
                </a:lnTo>
                <a:lnTo>
                  <a:pt x="1081993" y="7050356"/>
                </a:lnTo>
                <a:lnTo>
                  <a:pt x="1108970" y="7086353"/>
                </a:lnTo>
                <a:lnTo>
                  <a:pt x="1136235" y="7122121"/>
                </a:lnTo>
                <a:lnTo>
                  <a:pt x="1163784" y="7157659"/>
                </a:lnTo>
                <a:lnTo>
                  <a:pt x="1191617" y="7192964"/>
                </a:lnTo>
                <a:lnTo>
                  <a:pt x="1219731" y="7228036"/>
                </a:lnTo>
                <a:lnTo>
                  <a:pt x="1248124" y="7262872"/>
                </a:lnTo>
                <a:lnTo>
                  <a:pt x="1276796" y="7297471"/>
                </a:lnTo>
                <a:lnTo>
                  <a:pt x="1305745" y="7331831"/>
                </a:lnTo>
                <a:lnTo>
                  <a:pt x="1334968" y="7365950"/>
                </a:lnTo>
                <a:lnTo>
                  <a:pt x="1364464" y="7399827"/>
                </a:lnTo>
                <a:lnTo>
                  <a:pt x="1394232" y="7433460"/>
                </a:lnTo>
                <a:lnTo>
                  <a:pt x="1424269" y="7466847"/>
                </a:lnTo>
                <a:lnTo>
                  <a:pt x="1454574" y="7499987"/>
                </a:lnTo>
                <a:lnTo>
                  <a:pt x="1485145" y="7532877"/>
                </a:lnTo>
                <a:lnTo>
                  <a:pt x="1501140" y="7549807"/>
                </a:lnTo>
              </a:path>
            </a:pathLst>
          </a:custGeom>
          <a:ln w="6187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54348" y="327786"/>
            <a:ext cx="11106150" cy="9363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88794" y="1645666"/>
            <a:ext cx="14829790" cy="5879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xmlns="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799772" y="16492"/>
            <a:ext cx="4131816" cy="178462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SEMESTER PROJECT REVIEW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06-05-2026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 smtClean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JS Based Web Application for Ticket Booking of an Internal </a:t>
            </a:r>
            <a:r>
              <a:rPr lang="en-GB" sz="3200" b="1" dirty="0" err="1" smtClean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Departement</a:t>
            </a:r>
            <a:r>
              <a:rPr lang="en-GB" sz="3200" b="1" dirty="0" smtClean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Event 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Mullangi</a:t>
            </a: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Nagasiri</a:t>
            </a: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VTU26655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23UECS0376</a:t>
            </a: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   Courses 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Handling Faculty:</a:t>
            </a:r>
          </a:p>
          <a:p>
            <a:pPr algn="ctr">
              <a:lnSpc>
                <a:spcPct val="150000"/>
              </a:lnSpc>
            </a:pP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Dr. S . HEMAMALINI – M.E., Ph.D.,</a:t>
            </a:r>
          </a:p>
          <a:p>
            <a:pPr algn="ctr">
              <a:lnSpc>
                <a:spcPct val="150000"/>
              </a:lnSpc>
            </a:pPr>
            <a:r>
              <a:rPr lang="en-GB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(Senior Grade)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SDG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4 – Quality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05612" y="1952244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5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1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8" y="496061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27556" y="2179701"/>
            <a:ext cx="1485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70" dirty="0">
                <a:solidFill>
                  <a:srgbClr val="FFFDFD"/>
                </a:solidFill>
                <a:latin typeface="Tahoma"/>
                <a:cs typeface="Tahoma"/>
              </a:rPr>
              <a:t>1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7927" y="4447032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16583" y="4558029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47927" y="310743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24203" y="3217925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47927" y="511606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2680" y="5226557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47927" y="3776471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2680" y="3887215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47927" y="645566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4203" y="6566661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47927" y="578510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19632" y="5895847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47927" y="712317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21155" y="7234555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47927" y="7790688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119632" y="7902320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270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25" name="Rectangle 1">
            <a:extLst>
              <a:ext uri="{FF2B5EF4-FFF2-40B4-BE49-F238E27FC236}">
                <a16:creationId xmlns:a16="http://schemas.microsoft.com/office/drawing/2014/main" xmlns="" id="{486CBE4B-F2DA-ABA2-0D16-0C78B1A39E7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362199" y="1194102"/>
            <a:ext cx="13950695" cy="8120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Ticket Booking System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is a web-based application developed using React that allows users to view event details and book tickets online.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It simplifies the process of event registration by providing:</a:t>
            </a:r>
          </a:p>
          <a:p>
            <a:pPr algn="just">
              <a:lnSpc>
                <a:spcPct val="150000"/>
              </a:lnSpc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            Real-time ticket availability </a:t>
            </a:r>
          </a:p>
          <a:p>
            <a:pPr algn="just">
              <a:lnSpc>
                <a:spcPct val="150000"/>
              </a:lnSpc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            Easy booking interface </a:t>
            </a:r>
          </a:p>
          <a:p>
            <a:pPr algn="just">
              <a:lnSpc>
                <a:spcPct val="150000"/>
              </a:lnSpc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            Instant confirmation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This system is designed for internal department events such as:</a:t>
            </a:r>
          </a:p>
          <a:p>
            <a:pPr algn="just">
              <a:lnSpc>
                <a:spcPct val="150000"/>
              </a:lnSpc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            Technical fests </a:t>
            </a:r>
          </a:p>
          <a:p>
            <a:pPr algn="just">
              <a:lnSpc>
                <a:spcPct val="150000"/>
              </a:lnSpc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            Seminars </a:t>
            </a:r>
          </a:p>
          <a:p>
            <a:pPr algn="just">
              <a:lnSpc>
                <a:spcPct val="150000"/>
              </a:lnSpc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            Workshops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08659" y="2648711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9761" y="2875228"/>
            <a:ext cx="23114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80" dirty="0">
                <a:solidFill>
                  <a:srgbClr val="FFFDFD"/>
                </a:solidFill>
                <a:latin typeface="Tahoma"/>
                <a:cs typeface="Tahoma"/>
              </a:rPr>
              <a:t>2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0975" y="442874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19632" y="4539233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0975" y="19827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53160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0975" y="5094732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5727" y="5204840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50975" y="376275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5727" y="3873245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50975" y="642518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7252" y="6536563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0975" y="57591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22680" y="5870828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50975" y="70926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50975" y="776020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22680" y="7204329"/>
            <a:ext cx="165735" cy="953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5655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20" dirty="0"/>
              <a:t> </a:t>
            </a:r>
            <a:r>
              <a:rPr spc="-75" dirty="0"/>
              <a:t>STATEMENT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59F519A9-379C-50D4-981B-97F25580AF2C}"/>
              </a:ext>
            </a:extLst>
          </p:cNvPr>
          <p:cNvSpPr txBox="1"/>
          <p:nvPr/>
        </p:nvSpPr>
        <p:spPr>
          <a:xfrm>
            <a:off x="2209800" y="1982723"/>
            <a:ext cx="14103094" cy="6365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Traditional ticket booking methods face several issues: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Manual registration is time-consuming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No real-time tracking of ticket availability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Chances of overbooking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Lack of proper validation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Poor user experience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There is a need for a 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digital, efficient, and user-friendly system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to handle event ticket booking.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8659" y="3316223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6713" y="3543427"/>
            <a:ext cx="2362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25" dirty="0">
                <a:solidFill>
                  <a:srgbClr val="FFFDFD"/>
                </a:solidFill>
                <a:latin typeface="Tahoma"/>
                <a:cs typeface="Tahoma"/>
              </a:rPr>
              <a:t>3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0975" y="442874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50975" y="19827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53160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0975" y="5094732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50975" y="264871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7252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0975" y="642518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50975" y="57591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50975" y="70926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0975" y="776020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19632" y="4539233"/>
            <a:ext cx="170815" cy="36182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7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20320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554348" y="327786"/>
            <a:ext cx="1110615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175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OBJECTIVES</a:t>
            </a: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47709B7A-7DFA-AE09-A5CF-4FEDA82D725F}"/>
              </a:ext>
            </a:extLst>
          </p:cNvPr>
          <p:cNvSpPr txBox="1"/>
          <p:nvPr/>
        </p:nvSpPr>
        <p:spPr>
          <a:xfrm>
            <a:off x="2080487" y="2092833"/>
            <a:ext cx="142324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endParaRPr lang="en-US" sz="3600" dirty="0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xmlns="" id="{773ACF4C-52F6-7D9F-0D96-D787A26B2F6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286000" y="2247900"/>
            <a:ext cx="10035313" cy="4925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To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develop a user-friendly ticket booking interface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To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display event details clearly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To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implement real-time ticket availability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To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ensure proper input validation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To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prevent booking errors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To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provide instant booking confirmation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8659" y="3983735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77569" y="4211192"/>
            <a:ext cx="25590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70" dirty="0">
                <a:solidFill>
                  <a:srgbClr val="FFFDFD"/>
                </a:solidFill>
                <a:latin typeface="Tahoma"/>
                <a:cs typeface="Tahoma"/>
              </a:rPr>
              <a:t>4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0975" y="33162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5727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0975" y="19827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0975" y="5094732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5727" y="5204840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0975" y="264871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7252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0975" y="642518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0975" y="57591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2680" y="5870828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0975" y="70926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50975" y="776020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2680" y="6536563"/>
            <a:ext cx="165735" cy="1621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3970">
              <a:lnSpc>
                <a:spcPct val="100000"/>
              </a:lnSpc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60955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40" dirty="0"/>
              <a:t> </a:t>
            </a:r>
            <a:r>
              <a:rPr spc="-10" dirty="0"/>
              <a:t>SYSTEM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xmlns="" id="{2C0283E6-1B60-E6CE-4A1F-167506261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171700"/>
            <a:ext cx="14241552" cy="6119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The proposed system is a 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React-based web application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Displays complete event details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Allows users to book tickets online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Validates user input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Prevents overbooking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Updates ticket count dynamically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It ensures a 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smooth and error-free booking experience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8659" y="4655820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6713" y="4883658"/>
            <a:ext cx="23558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25" dirty="0">
                <a:solidFill>
                  <a:srgbClr val="FFFDFD"/>
                </a:solidFill>
                <a:latin typeface="Tahoma"/>
                <a:cs typeface="Tahoma"/>
              </a:rPr>
              <a:t>5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0975" y="33207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5727" y="3431285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0975" y="19872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097405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0975" y="3988308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19632" y="4098797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0975" y="265328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7252" y="2763393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0975" y="642975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27252" y="6541389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50975" y="576529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22680" y="5875401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50975" y="70881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4203" y="7199503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50975" y="775563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22680" y="7867268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14" dirty="0"/>
              <a:t> </a:t>
            </a:r>
            <a:r>
              <a:rPr dirty="0"/>
              <a:t>SYSTEM</a:t>
            </a:r>
            <a:r>
              <a:rPr spc="-30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xmlns="" id="{A96C2001-8421-4419-8E58-F0EAF5C176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28800" y="1264156"/>
            <a:ext cx="14630400" cy="87561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5318759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2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4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2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6830" y="5546597"/>
            <a:ext cx="2476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15" dirty="0">
                <a:solidFill>
                  <a:srgbClr val="FFFDFD"/>
                </a:solidFill>
                <a:latin typeface="Tahoma"/>
                <a:cs typeface="Tahoma"/>
              </a:rPr>
              <a:t>6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6425184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3464" y="6536563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709269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0416" y="7204329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9504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WORKFLOW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xmlns="" id="{9C151938-45F9-4C5D-027E-B4DDCFEDE2D5}"/>
              </a:ext>
            </a:extLst>
          </p:cNvPr>
          <p:cNvSpPr/>
          <p:nvPr/>
        </p:nvSpPr>
        <p:spPr>
          <a:xfrm>
            <a:off x="8458200" y="1147571"/>
            <a:ext cx="1600200" cy="64312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start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xmlns="" id="{6A72555C-A9BE-F0BE-A846-2DB1BE5D0B86}"/>
              </a:ext>
            </a:extLst>
          </p:cNvPr>
          <p:cNvCxnSpPr>
            <a:cxnSpLocks/>
            <a:stCxn id="23" idx="4"/>
          </p:cNvCxnSpPr>
          <p:nvPr/>
        </p:nvCxnSpPr>
        <p:spPr>
          <a:xfrm>
            <a:off x="9258300" y="1790700"/>
            <a:ext cx="0" cy="5265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3E7B8A52-FA1A-E49B-EB18-6168DEFBF63B}"/>
              </a:ext>
            </a:extLst>
          </p:cNvPr>
          <p:cNvSpPr/>
          <p:nvPr/>
        </p:nvSpPr>
        <p:spPr>
          <a:xfrm>
            <a:off x="8305802" y="2377949"/>
            <a:ext cx="1981198" cy="6431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User Registers  / Logs In 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xmlns="" id="{BE093A71-22C8-BB8C-AD71-B93E74D60237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9296401" y="3021079"/>
            <a:ext cx="0" cy="405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D8F83E52-6DB4-ADED-43BF-BF1CA2627106}"/>
              </a:ext>
            </a:extLst>
          </p:cNvPr>
          <p:cNvSpPr/>
          <p:nvPr/>
        </p:nvSpPr>
        <p:spPr>
          <a:xfrm>
            <a:off x="8305802" y="3426333"/>
            <a:ext cx="1981198" cy="4340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View Events List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xmlns="" id="{4E6FA547-1547-D89C-6620-B10C20A47250}"/>
              </a:ext>
            </a:extLst>
          </p:cNvPr>
          <p:cNvCxnSpPr/>
          <p:nvPr/>
        </p:nvCxnSpPr>
        <p:spPr>
          <a:xfrm>
            <a:off x="9296401" y="4094226"/>
            <a:ext cx="0" cy="285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62694B7D-D211-90D9-BA6B-C984F1FC5050}"/>
              </a:ext>
            </a:extLst>
          </p:cNvPr>
          <p:cNvSpPr/>
          <p:nvPr/>
        </p:nvSpPr>
        <p:spPr>
          <a:xfrm>
            <a:off x="8305802" y="4217543"/>
            <a:ext cx="1981198" cy="5441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Select Event 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xmlns="" id="{3E366C10-B0A5-F28B-BA75-080A23A4B627}"/>
              </a:ext>
            </a:extLst>
          </p:cNvPr>
          <p:cNvCxnSpPr>
            <a:stCxn id="32" idx="2"/>
            <a:endCxn id="35" idx="0"/>
          </p:cNvCxnSpPr>
          <p:nvPr/>
        </p:nvCxnSpPr>
        <p:spPr>
          <a:xfrm>
            <a:off x="9296401" y="3860418"/>
            <a:ext cx="0" cy="357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xmlns="" id="{BA01F37B-EA89-2EB3-DB44-BAAFDAD54933}"/>
              </a:ext>
            </a:extLst>
          </p:cNvPr>
          <p:cNvSpPr/>
          <p:nvPr/>
        </p:nvSpPr>
        <p:spPr>
          <a:xfrm>
            <a:off x="8305802" y="5046853"/>
            <a:ext cx="1981198" cy="4997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Enter Booking Details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xmlns="" id="{A837512D-27FE-A4EA-93FA-D29252999713}"/>
              </a:ext>
            </a:extLst>
          </p:cNvPr>
          <p:cNvCxnSpPr>
            <a:stCxn id="35" idx="2"/>
            <a:endCxn id="38" idx="0"/>
          </p:cNvCxnSpPr>
          <p:nvPr/>
        </p:nvCxnSpPr>
        <p:spPr>
          <a:xfrm>
            <a:off x="9296401" y="4761738"/>
            <a:ext cx="0" cy="285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xmlns="" id="{DC0DE5DC-CC48-8C9C-5EFF-CEBB29A7DE31}"/>
              </a:ext>
            </a:extLst>
          </p:cNvPr>
          <p:cNvSpPr/>
          <p:nvPr/>
        </p:nvSpPr>
        <p:spPr>
          <a:xfrm>
            <a:off x="8305802" y="5829301"/>
            <a:ext cx="1981198" cy="5958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Confirm Booking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xmlns="" id="{CBD9680D-22B5-5C13-FCAE-48A0579AF9C2}"/>
              </a:ext>
            </a:extLst>
          </p:cNvPr>
          <p:cNvSpPr/>
          <p:nvPr/>
        </p:nvSpPr>
        <p:spPr>
          <a:xfrm>
            <a:off x="8305802" y="6707889"/>
            <a:ext cx="1981198" cy="6135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Store in Database(MySQL) 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xmlns="" id="{A45466F7-DCA5-B7EB-B0F1-9CA44FFEDC13}"/>
              </a:ext>
            </a:extLst>
          </p:cNvPr>
          <p:cNvSpPr/>
          <p:nvPr/>
        </p:nvSpPr>
        <p:spPr>
          <a:xfrm>
            <a:off x="8305802" y="7636890"/>
            <a:ext cx="1981198" cy="5204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Show Confirmation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xmlns="" id="{3720B7D1-2188-6A41-4350-ACF59429259B}"/>
              </a:ext>
            </a:extLst>
          </p:cNvPr>
          <p:cNvSpPr/>
          <p:nvPr/>
        </p:nvSpPr>
        <p:spPr>
          <a:xfrm>
            <a:off x="8458200" y="8472804"/>
            <a:ext cx="1828800" cy="66662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End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xmlns="" id="{FD77F482-2E7E-B587-0A14-18A84359DFA2}"/>
              </a:ext>
            </a:extLst>
          </p:cNvPr>
          <p:cNvCxnSpPr>
            <a:stCxn id="38" idx="2"/>
            <a:endCxn id="41" idx="0"/>
          </p:cNvCxnSpPr>
          <p:nvPr/>
        </p:nvCxnSpPr>
        <p:spPr>
          <a:xfrm>
            <a:off x="9296401" y="5546597"/>
            <a:ext cx="0" cy="282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xmlns="" id="{C63859C0-2320-BF16-5F53-1BCC02E91F55}"/>
              </a:ext>
            </a:extLst>
          </p:cNvPr>
          <p:cNvCxnSpPr>
            <a:stCxn id="41" idx="2"/>
            <a:endCxn id="42" idx="0"/>
          </p:cNvCxnSpPr>
          <p:nvPr/>
        </p:nvCxnSpPr>
        <p:spPr>
          <a:xfrm>
            <a:off x="9296401" y="6425185"/>
            <a:ext cx="0" cy="282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xmlns="" id="{884949B6-EF76-9594-18AB-076427418B25}"/>
              </a:ext>
            </a:extLst>
          </p:cNvPr>
          <p:cNvCxnSpPr>
            <a:stCxn id="42" idx="2"/>
            <a:endCxn id="43" idx="0"/>
          </p:cNvCxnSpPr>
          <p:nvPr/>
        </p:nvCxnSpPr>
        <p:spPr>
          <a:xfrm>
            <a:off x="9296401" y="7321422"/>
            <a:ext cx="0" cy="315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xmlns="" id="{47A7B006-2FA9-617A-9197-F9A078AF0BA9}"/>
              </a:ext>
            </a:extLst>
          </p:cNvPr>
          <p:cNvCxnSpPr>
            <a:stCxn id="43" idx="2"/>
            <a:endCxn id="44" idx="0"/>
          </p:cNvCxnSpPr>
          <p:nvPr/>
        </p:nvCxnSpPr>
        <p:spPr>
          <a:xfrm>
            <a:off x="9296401" y="8157336"/>
            <a:ext cx="76199" cy="315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5977128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2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4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2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15974" y="6204661"/>
            <a:ext cx="230504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80" dirty="0">
                <a:solidFill>
                  <a:srgbClr val="FFFDFD"/>
                </a:solidFill>
                <a:latin typeface="Tahoma"/>
                <a:cs typeface="Tahoma"/>
              </a:rPr>
              <a:t>7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29503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709269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0416" y="7204329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72335">
              <a:lnSpc>
                <a:spcPct val="100000"/>
              </a:lnSpc>
              <a:spcBef>
                <a:spcPts val="100"/>
              </a:spcBef>
            </a:pPr>
            <a:r>
              <a:rPr dirty="0"/>
              <a:t>TECHNOLOGIES</a:t>
            </a:r>
            <a:r>
              <a:rPr spc="-15" dirty="0"/>
              <a:t> </a:t>
            </a:r>
            <a:r>
              <a:rPr spc="-20" dirty="0"/>
              <a:t>USED</a:t>
            </a: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xmlns="" id="{B003D771-B961-25B0-A346-5E65EDFBE6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514600" y="2400300"/>
            <a:ext cx="11201400" cy="4433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React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– Frontend framework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JavaScript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(ES6)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– Logic handling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HTML5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– Structure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CSS3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– Styling and UI design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altLang="en-US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Vite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– Fast development environment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altLang="en-US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MySQL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- Database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 smtClean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2699" dirty="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4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5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6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7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0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3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16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19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569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9304C197-EAC7-7A26-FAED-ED7302DBEC6E}"/>
              </a:ext>
            </a:extLst>
          </p:cNvPr>
          <p:cNvSpPr txBox="1"/>
          <p:nvPr/>
        </p:nvSpPr>
        <p:spPr>
          <a:xfrm>
            <a:off x="2133600" y="342900"/>
            <a:ext cx="15082325" cy="121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endParaRPr lang="en-IN" sz="2800" b="1" dirty="0">
              <a:solidFill>
                <a:srgbClr val="FF0000"/>
              </a:solidFill>
            </a:endParaRPr>
          </a:p>
          <a:p>
            <a:endParaRPr lang="en-IN" sz="2800" b="1" dirty="0"/>
          </a:p>
          <a:p>
            <a:pPr algn="just">
              <a:lnSpc>
                <a:spcPct val="150000"/>
              </a:lnSpc>
            </a:pPr>
            <a:r>
              <a:rPr lang="en-IN" sz="2800" b="1" dirty="0">
                <a:latin typeface="Times New Roman" pitchFamily="18" charset="0"/>
                <a:cs typeface="Times New Roman" pitchFamily="18" charset="0"/>
              </a:rPr>
              <a:t>Module 1: User </a:t>
            </a: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Authentication Module</a:t>
            </a:r>
            <a:endParaRPr lang="en-IN" sz="28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The User Authentication Module is responsible for verifying users before they access the system. In this project, users enter basic details such as name, email, and</a:t>
            </a:r>
          </a:p>
          <a:p>
            <a:pPr algn="just">
              <a:lnSpc>
                <a:spcPct val="150000"/>
              </a:lnSpc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department, followed by an OTP verification process.</a:t>
            </a:r>
          </a:p>
          <a:p>
            <a:pPr algn="just">
              <a:lnSpc>
                <a:spcPct val="150000"/>
              </a:lnSpc>
            </a:pP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Module </a:t>
            </a:r>
            <a:r>
              <a:rPr lang="en-IN" sz="2800" b="1" dirty="0">
                <a:latin typeface="Times New Roman" pitchFamily="18" charset="0"/>
                <a:cs typeface="Times New Roman" pitchFamily="18" charset="0"/>
              </a:rPr>
              <a:t>2: </a:t>
            </a: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Dashboard and Event Display Module</a:t>
            </a:r>
            <a:endParaRPr lang="en-IN" sz="28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The Dashboard and Event Display Module acts as the central interface of the application where users can view all available technical events. It displays important</a:t>
            </a:r>
          </a:p>
          <a:p>
            <a:pPr algn="just">
              <a:lnSpc>
                <a:spcPct val="150000"/>
              </a:lnSpc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information such as event name, available seats, venue, and registration fee. </a:t>
            </a:r>
          </a:p>
          <a:p>
            <a:pPr algn="just">
              <a:lnSpc>
                <a:spcPct val="150000"/>
              </a:lnSpc>
            </a:pP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Module </a:t>
            </a:r>
            <a:r>
              <a:rPr lang="en-IN" sz="2800" b="1" dirty="0">
                <a:latin typeface="Times New Roman" pitchFamily="18" charset="0"/>
                <a:cs typeface="Times New Roman" pitchFamily="18" charset="0"/>
              </a:rPr>
              <a:t>3: </a:t>
            </a: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Payment Module</a:t>
            </a:r>
            <a:endParaRPr lang="en-IN" sz="28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The Payment Module enables users to complete their event registration by making</a:t>
            </a:r>
          </a:p>
          <a:p>
            <a:pPr algn="just">
              <a:lnSpc>
                <a:spcPct val="150000"/>
              </a:lnSpc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payments through a QR code system. Users scan the displayed QR code using </a:t>
            </a:r>
            <a:r>
              <a:rPr lang="en-GB" sz="2800" dirty="0" err="1" smtClean="0">
                <a:latin typeface="Times New Roman" pitchFamily="18" charset="0"/>
                <a:cs typeface="Times New Roman" pitchFamily="18" charset="0"/>
              </a:rPr>
              <a:t>UPIbased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 payment applications and confirm the payment within the system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 smtClean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8a</a:t>
              </a:r>
              <a:endParaRPr lang="en-US" sz="2699" dirty="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4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5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6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7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0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3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16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19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569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9304C197-EAC7-7A26-FAED-ED7302DBEC6E}"/>
              </a:ext>
            </a:extLst>
          </p:cNvPr>
          <p:cNvSpPr txBox="1"/>
          <p:nvPr/>
        </p:nvSpPr>
        <p:spPr>
          <a:xfrm>
            <a:off x="2133600" y="1181100"/>
            <a:ext cx="15082325" cy="10649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endParaRPr lang="en-IN" sz="2800" b="1" dirty="0">
              <a:solidFill>
                <a:srgbClr val="FF000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Module 4: </a:t>
            </a: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Registration Management</a:t>
            </a: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 Module</a:t>
            </a:r>
          </a:p>
          <a:p>
            <a:pPr algn="just">
              <a:lnSpc>
                <a:spcPct val="150000"/>
              </a:lnSpc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The Registration Management Module is responsible for storing and organizing all</a:t>
            </a:r>
          </a:p>
          <a:p>
            <a:pPr algn="just">
              <a:lnSpc>
                <a:spcPct val="150000"/>
              </a:lnSpc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user registrations for different events. It maintains a structured record that maps</a:t>
            </a:r>
          </a:p>
          <a:p>
            <a:pPr algn="just">
              <a:lnSpc>
                <a:spcPct val="150000"/>
              </a:lnSpc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users to the events they have registered for. This module allows organizers to view</a:t>
            </a:r>
          </a:p>
          <a:p>
            <a:pPr algn="just">
              <a:lnSpc>
                <a:spcPct val="150000"/>
              </a:lnSpc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participant details for each event, making it easier to manage attendance.</a:t>
            </a:r>
          </a:p>
          <a:p>
            <a:pPr algn="just">
              <a:lnSpc>
                <a:spcPct val="150000"/>
              </a:lnSpc>
            </a:pP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Module 5: </a:t>
            </a: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Ticket Generation Module</a:t>
            </a:r>
            <a:endParaRPr lang="en-IN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The Ticket Generation Module is responsible for creating a downloadable ticket in</a:t>
            </a:r>
          </a:p>
          <a:p>
            <a:pPr algn="just">
              <a:lnSpc>
                <a:spcPct val="150000"/>
              </a:lnSpc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PDF format after successful registration. The ticket contains important details such</a:t>
            </a:r>
          </a:p>
          <a:p>
            <a:pPr algn="just">
              <a:lnSpc>
                <a:spcPct val="150000"/>
              </a:lnSpc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as user information, registered events, and a unique ticket ID.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IN" sz="2800" dirty="0"/>
          </a:p>
          <a:p>
            <a:pPr>
              <a:lnSpc>
                <a:spcPct val="150000"/>
              </a:lnSpc>
            </a:pPr>
            <a:endParaRPr lang="en-IN" sz="2800" dirty="0"/>
          </a:p>
          <a:p>
            <a:pPr>
              <a:lnSpc>
                <a:spcPct val="150000"/>
              </a:lnSpc>
            </a:pPr>
            <a:endParaRPr lang="en-IN" sz="2800" dirty="0"/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xmlns="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xmlns="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GB" sz="2400" b="1" dirty="0" smtClean="0">
                  <a:solidFill>
                    <a:schemeClr val="bg1"/>
                  </a:solidFill>
                  <a:latin typeface="Gotham"/>
                  <a:ea typeface="Gotham"/>
                  <a:cs typeface="Gotham"/>
                  <a:sym typeface="Gotham"/>
                </a:rPr>
                <a:t>8c</a:t>
              </a:r>
              <a:endParaRPr lang="en-US" sz="2400" b="1" dirty="0">
                <a:solidFill>
                  <a:schemeClr val="bg1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" name="Group 10">
            <a:extLst>
              <a:ext uri="{FF2B5EF4-FFF2-40B4-BE49-F238E27FC236}">
                <a16:creationId xmlns:a16="http://schemas.microsoft.com/office/drawing/2014/main" xmlns="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xmlns="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xmlns="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4" name="Group 13">
            <a:extLst>
              <a:ext uri="{FF2B5EF4-FFF2-40B4-BE49-F238E27FC236}">
                <a16:creationId xmlns:a16="http://schemas.microsoft.com/office/drawing/2014/main" xmlns="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xmlns="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xmlns="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5" name="Group 16">
            <a:extLst>
              <a:ext uri="{FF2B5EF4-FFF2-40B4-BE49-F238E27FC236}">
                <a16:creationId xmlns:a16="http://schemas.microsoft.com/office/drawing/2014/main" xmlns="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xmlns="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xmlns="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6" name="Group 19">
            <a:extLst>
              <a:ext uri="{FF2B5EF4-FFF2-40B4-BE49-F238E27FC236}">
                <a16:creationId xmlns:a16="http://schemas.microsoft.com/office/drawing/2014/main" xmlns="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xmlns="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xmlns="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7" name="Group 22">
            <a:extLst>
              <a:ext uri="{FF2B5EF4-FFF2-40B4-BE49-F238E27FC236}">
                <a16:creationId xmlns:a16="http://schemas.microsoft.com/office/drawing/2014/main" xmlns="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xmlns="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xmlns="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0" name="Group 25">
            <a:extLst>
              <a:ext uri="{FF2B5EF4-FFF2-40B4-BE49-F238E27FC236}">
                <a16:creationId xmlns:a16="http://schemas.microsoft.com/office/drawing/2014/main" xmlns="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xmlns="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xmlns="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3" name="Group 28">
            <a:extLst>
              <a:ext uri="{FF2B5EF4-FFF2-40B4-BE49-F238E27FC236}">
                <a16:creationId xmlns:a16="http://schemas.microsoft.com/office/drawing/2014/main" xmlns="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xmlns="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xmlns="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16" name="Group 31">
            <a:extLst>
              <a:ext uri="{FF2B5EF4-FFF2-40B4-BE49-F238E27FC236}">
                <a16:creationId xmlns:a16="http://schemas.microsoft.com/office/drawing/2014/main" xmlns="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xmlns="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xmlns="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19" name="Group 35">
            <a:extLst>
              <a:ext uri="{FF2B5EF4-FFF2-40B4-BE49-F238E27FC236}">
                <a16:creationId xmlns:a16="http://schemas.microsoft.com/office/drawing/2014/main" xmlns="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xmlns="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xmlns="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4" name="Picture 33" descr="login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038600" y="1638300"/>
            <a:ext cx="10160000" cy="57150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200400" y="7810500"/>
            <a:ext cx="11811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This page shows login interface. It allows users to securely access the platform by entering their name, email and department. It also provides an OTP to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verfiy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98101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06830" y="2092833"/>
            <a:ext cx="401930" cy="52681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 dirty="0">
              <a:latin typeface="Tahoma"/>
              <a:cs typeface="Tahoma"/>
            </a:endParaRPr>
          </a:p>
          <a:p>
            <a:pPr marL="43815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42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36195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42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3937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43815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b="1" spc="-50" dirty="0" smtClean="0">
                <a:solidFill>
                  <a:schemeClr val="bg1"/>
                </a:solidFill>
                <a:latin typeface="Tahoma"/>
                <a:cs typeface="Tahoma"/>
              </a:rPr>
              <a:t>8</a:t>
            </a:r>
            <a:r>
              <a:rPr lang="en-GB" sz="2400" b="1" spc="-50" dirty="0" smtClean="0">
                <a:solidFill>
                  <a:schemeClr val="bg1"/>
                </a:solidFill>
                <a:latin typeface="Tahoma"/>
                <a:cs typeface="Tahoma"/>
              </a:rPr>
              <a:t>d</a:t>
            </a:r>
            <a:endParaRPr sz="2400" dirty="0">
              <a:solidFill>
                <a:schemeClr val="bg1"/>
              </a:solidFill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IMPLEMENTATION</a:t>
            </a:r>
            <a:r>
              <a:rPr spc="-23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8194" name="AutoShape 2" descr="blob:https://web.whatsapp.com/08fa4b10-df40-4c74-9056-08b582810e22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8" name="Picture 17" descr="event.jpe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114800" y="1638300"/>
            <a:ext cx="10160000" cy="5715000"/>
          </a:xfrm>
          <a:prstGeom prst="rect">
            <a:avLst/>
          </a:prstGeom>
        </p:spPr>
      </p:pic>
      <p:grpSp>
        <p:nvGrpSpPr>
          <p:cNvPr id="19" name="Group 35"/>
          <p:cNvGrpSpPr/>
          <p:nvPr/>
        </p:nvGrpSpPr>
        <p:grpSpPr>
          <a:xfrm>
            <a:off x="16687800" y="-266700"/>
            <a:ext cx="10994424" cy="10994424"/>
            <a:chOff x="0" y="0"/>
            <a:chExt cx="812800" cy="812800"/>
          </a:xfrm>
        </p:grpSpPr>
        <p:sp>
          <p:nvSpPr>
            <p:cNvPr id="20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2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3048000" y="7810500"/>
            <a:ext cx="13487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It shows the dashboard that displays all upcoming events with details like date, time, venue, available slots, and price. Users can filter events by category such as technology,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hackathon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, or workshop. It helps users easily browse and select events.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951" rIns="0" bIns="0" rtlCol="0">
            <a:spAutoFit/>
          </a:bodyPr>
          <a:lstStyle/>
          <a:p>
            <a:pPr marL="5854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IMPLEMENTATION</a:t>
            </a:r>
            <a:r>
              <a:rPr spc="-200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67562" y="2092833"/>
            <a:ext cx="16987520" cy="66120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4485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 dirty="0">
              <a:latin typeface="Tahoma"/>
              <a:cs typeface="Tahoma"/>
            </a:endParaRPr>
          </a:p>
          <a:p>
            <a:pPr marL="298450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296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290830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296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lang="en-IN"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lang="en-IN" sz="1700" dirty="0">
              <a:latin typeface="Tahoma"/>
              <a:cs typeface="Tahoma"/>
            </a:endParaRPr>
          </a:p>
          <a:p>
            <a:pPr marL="294005">
              <a:lnSpc>
                <a:spcPct val="100000"/>
              </a:lnSpc>
            </a:pPr>
            <a:r>
              <a:rPr lang="en-IN"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lang="en-IN"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lang="en-IN" sz="1700" dirty="0">
              <a:latin typeface="Tahoma"/>
              <a:cs typeface="Tahoma"/>
            </a:endParaRPr>
          </a:p>
          <a:p>
            <a:pPr marL="298450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lang="en-GB" sz="2400" b="1" spc="-20" dirty="0" smtClean="0">
                <a:solidFill>
                  <a:srgbClr val="001F5F"/>
                </a:solidFill>
                <a:latin typeface="Tahoma"/>
                <a:cs typeface="Tahoma"/>
              </a:rPr>
              <a:t>  </a:t>
            </a:r>
            <a:r>
              <a:rPr lang="en-GB" sz="2400" b="1" spc="-20" dirty="0" smtClean="0">
                <a:solidFill>
                  <a:schemeClr val="bg1"/>
                </a:solidFill>
                <a:latin typeface="Tahoma"/>
                <a:cs typeface="Tahoma"/>
              </a:rPr>
              <a:t>8e</a:t>
            </a:r>
            <a:endParaRPr sz="2400" dirty="0">
              <a:solidFill>
                <a:schemeClr val="bg1"/>
              </a:solidFill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20"/>
              </a:spcBef>
            </a:pPr>
            <a:endParaRPr lang="en-IN" sz="2400" dirty="0">
              <a:latin typeface="Tahoma"/>
              <a:cs typeface="Tahoma"/>
            </a:endParaRPr>
          </a:p>
          <a:p>
            <a:pPr marL="294005">
              <a:lnSpc>
                <a:spcPct val="100000"/>
              </a:lnSpc>
            </a:pPr>
            <a:r>
              <a:rPr lang="en-IN"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lang="en-IN" sz="1700" dirty="0">
              <a:latin typeface="Tahoma"/>
              <a:cs typeface="Tahoma"/>
            </a:endParaRPr>
          </a:p>
          <a:p>
            <a:pPr marL="976630">
              <a:lnSpc>
                <a:spcPct val="100000"/>
              </a:lnSpc>
              <a:spcBef>
                <a:spcPts val="530"/>
              </a:spcBef>
            </a:pPr>
            <a:r>
              <a:rPr lang="en-US" sz="2800" dirty="0"/>
              <a:t>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payment.jpe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038600" y="1638300"/>
            <a:ext cx="10160000" cy="5715000"/>
          </a:xfrm>
          <a:prstGeom prst="rect">
            <a:avLst/>
          </a:prstGeom>
        </p:spPr>
      </p:pic>
      <p:grpSp>
        <p:nvGrpSpPr>
          <p:cNvPr id="18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20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2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Rectangle 23"/>
          <p:cNvSpPr/>
          <p:nvPr/>
        </p:nvSpPr>
        <p:spPr>
          <a:xfrm>
            <a:off x="3048000" y="8039100"/>
            <a:ext cx="12420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It shows the Payment Interface. It enables users to complete ticket booking using methods like UPI, card, or net banking. It provides a QR code and UPI ID option for payment. This ensures a secure and flexible payment process</a:t>
            </a:r>
            <a:r>
              <a:rPr lang="en-GB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951" rIns="0" bIns="0" rtlCol="0">
            <a:spAutoFit/>
          </a:bodyPr>
          <a:lstStyle/>
          <a:p>
            <a:pPr marL="5854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IMPLEMENTATION</a:t>
            </a:r>
            <a:r>
              <a:rPr spc="-200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67562" y="2092833"/>
            <a:ext cx="16987520" cy="66120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4485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 dirty="0">
              <a:latin typeface="Tahoma"/>
              <a:cs typeface="Tahoma"/>
            </a:endParaRPr>
          </a:p>
          <a:p>
            <a:pPr marL="298450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296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290830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296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lang="en-IN"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lang="en-IN" sz="1700" dirty="0">
              <a:latin typeface="Tahoma"/>
              <a:cs typeface="Tahoma"/>
            </a:endParaRPr>
          </a:p>
          <a:p>
            <a:pPr marL="294005">
              <a:lnSpc>
                <a:spcPct val="100000"/>
              </a:lnSpc>
            </a:pPr>
            <a:r>
              <a:rPr lang="en-IN"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lang="en-IN"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lang="en-IN" sz="1700" dirty="0">
              <a:latin typeface="Tahoma"/>
              <a:cs typeface="Tahoma"/>
            </a:endParaRPr>
          </a:p>
          <a:p>
            <a:pPr marL="298450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lang="en-GB" sz="2400" b="1" spc="-20" dirty="0" smtClean="0">
                <a:solidFill>
                  <a:srgbClr val="001F5F"/>
                </a:solidFill>
                <a:latin typeface="Tahoma"/>
                <a:cs typeface="Tahoma"/>
              </a:rPr>
              <a:t>  </a:t>
            </a:r>
            <a:r>
              <a:rPr sz="2400" b="1" spc="-20" dirty="0" smtClean="0">
                <a:solidFill>
                  <a:schemeClr val="bg1"/>
                </a:solidFill>
                <a:latin typeface="Tahoma"/>
                <a:cs typeface="Tahoma"/>
              </a:rPr>
              <a:t>8</a:t>
            </a:r>
            <a:r>
              <a:rPr lang="en-GB" sz="2400" b="1" spc="-20" dirty="0" smtClean="0">
                <a:solidFill>
                  <a:schemeClr val="bg1"/>
                </a:solidFill>
                <a:latin typeface="Tahoma"/>
                <a:cs typeface="Tahoma"/>
              </a:rPr>
              <a:t>f</a:t>
            </a:r>
            <a:endParaRPr sz="2400" dirty="0">
              <a:solidFill>
                <a:schemeClr val="bg1"/>
              </a:solidFill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20"/>
              </a:spcBef>
            </a:pPr>
            <a:endParaRPr lang="en-IN" sz="2400" dirty="0">
              <a:latin typeface="Tahoma"/>
              <a:cs typeface="Tahoma"/>
            </a:endParaRPr>
          </a:p>
          <a:p>
            <a:pPr marL="294005">
              <a:lnSpc>
                <a:spcPct val="100000"/>
              </a:lnSpc>
            </a:pPr>
            <a:r>
              <a:rPr lang="en-IN"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lang="en-IN" sz="1700" dirty="0">
              <a:latin typeface="Tahoma"/>
              <a:cs typeface="Tahoma"/>
            </a:endParaRPr>
          </a:p>
          <a:p>
            <a:pPr marL="976630">
              <a:lnSpc>
                <a:spcPct val="100000"/>
              </a:lnSpc>
              <a:spcBef>
                <a:spcPts val="530"/>
              </a:spcBef>
            </a:pPr>
            <a:r>
              <a:rPr lang="en-US" sz="2800" dirty="0"/>
              <a:t>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 descr="registrations.jpe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038600" y="1638300"/>
            <a:ext cx="10160000" cy="5715000"/>
          </a:xfrm>
          <a:prstGeom prst="rect">
            <a:avLst/>
          </a:prstGeom>
        </p:spPr>
      </p:pic>
      <p:grpSp>
        <p:nvGrpSpPr>
          <p:cNvPr id="18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19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0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Rectangle 20"/>
          <p:cNvSpPr/>
          <p:nvPr/>
        </p:nvSpPr>
        <p:spPr>
          <a:xfrm>
            <a:off x="3886200" y="8191500"/>
            <a:ext cx="11430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This image shows the Registration details of the particular user about the registrations that have done for clarification..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951" rIns="0" bIns="0" rtlCol="0">
            <a:spAutoFit/>
          </a:bodyPr>
          <a:lstStyle/>
          <a:p>
            <a:pPr marL="5854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IMPLEMENTATION</a:t>
            </a:r>
            <a:r>
              <a:rPr spc="-200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67562" y="2092833"/>
            <a:ext cx="16987520" cy="66120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4485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 dirty="0">
              <a:latin typeface="Tahoma"/>
              <a:cs typeface="Tahoma"/>
            </a:endParaRPr>
          </a:p>
          <a:p>
            <a:pPr marL="298450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296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290830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296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lang="en-IN"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lang="en-IN" sz="1700" dirty="0">
              <a:latin typeface="Tahoma"/>
              <a:cs typeface="Tahoma"/>
            </a:endParaRPr>
          </a:p>
          <a:p>
            <a:pPr marL="294005">
              <a:lnSpc>
                <a:spcPct val="100000"/>
              </a:lnSpc>
            </a:pPr>
            <a:r>
              <a:rPr lang="en-IN"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lang="en-IN"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lang="en-IN" sz="1700" dirty="0">
              <a:latin typeface="Tahoma"/>
              <a:cs typeface="Tahoma"/>
            </a:endParaRPr>
          </a:p>
          <a:p>
            <a:pPr marL="298450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lang="en-GB" sz="2400" b="1" spc="-20" dirty="0" smtClean="0">
                <a:solidFill>
                  <a:srgbClr val="001F5F"/>
                </a:solidFill>
                <a:latin typeface="Tahoma"/>
                <a:cs typeface="Tahoma"/>
              </a:rPr>
              <a:t>  </a:t>
            </a:r>
            <a:r>
              <a:rPr sz="2400" spc="-20" dirty="0" smtClean="0">
                <a:solidFill>
                  <a:schemeClr val="bg1"/>
                </a:solidFill>
                <a:latin typeface="Tahoma"/>
                <a:cs typeface="Tahoma"/>
              </a:rPr>
              <a:t>8</a:t>
            </a:r>
            <a:r>
              <a:rPr lang="en-GB" sz="2400" spc="-20" dirty="0" smtClean="0">
                <a:solidFill>
                  <a:schemeClr val="bg1"/>
                </a:solidFill>
                <a:latin typeface="Tahoma"/>
                <a:cs typeface="Tahoma"/>
              </a:rPr>
              <a:t>g</a:t>
            </a:r>
            <a:endParaRPr sz="2400" dirty="0">
              <a:solidFill>
                <a:schemeClr val="bg1"/>
              </a:solidFill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20"/>
              </a:spcBef>
            </a:pPr>
            <a:endParaRPr lang="en-IN" sz="2400" dirty="0">
              <a:latin typeface="Tahoma"/>
              <a:cs typeface="Tahoma"/>
            </a:endParaRPr>
          </a:p>
          <a:p>
            <a:pPr marL="294005">
              <a:lnSpc>
                <a:spcPct val="100000"/>
              </a:lnSpc>
            </a:pPr>
            <a:r>
              <a:rPr lang="en-IN"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lang="en-IN" sz="1700" dirty="0">
              <a:latin typeface="Tahoma"/>
              <a:cs typeface="Tahoma"/>
            </a:endParaRPr>
          </a:p>
          <a:p>
            <a:pPr marL="976630">
              <a:lnSpc>
                <a:spcPct val="100000"/>
              </a:lnSpc>
              <a:spcBef>
                <a:spcPts val="530"/>
              </a:spcBef>
            </a:pPr>
            <a:r>
              <a:rPr lang="en-US" sz="2800" dirty="0"/>
              <a:t>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 descr="ticketdownload.jpe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038600" y="1866900"/>
            <a:ext cx="10160000" cy="5715000"/>
          </a:xfrm>
          <a:prstGeom prst="rect">
            <a:avLst/>
          </a:prstGeom>
        </p:spPr>
      </p:pic>
      <p:grpSp>
        <p:nvGrpSpPr>
          <p:cNvPr id="18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19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0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3733800" y="8343900"/>
            <a:ext cx="1264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This image shows the confirmation ticket download that is sent after successful booking as proof of purchase. It includes booking details like ID, email, and event information.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951" rIns="0" bIns="0" rtlCol="0">
            <a:spAutoFit/>
          </a:bodyPr>
          <a:lstStyle/>
          <a:p>
            <a:pPr marL="5854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IMPLEMENTATION</a:t>
            </a:r>
            <a:r>
              <a:rPr spc="-200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67562" y="2092833"/>
            <a:ext cx="16987520" cy="66120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4485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 dirty="0">
              <a:latin typeface="Tahoma"/>
              <a:cs typeface="Tahoma"/>
            </a:endParaRPr>
          </a:p>
          <a:p>
            <a:pPr marL="298450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296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290830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296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lang="en-IN"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lang="en-IN" sz="1700" dirty="0">
              <a:latin typeface="Tahoma"/>
              <a:cs typeface="Tahoma"/>
            </a:endParaRPr>
          </a:p>
          <a:p>
            <a:pPr marL="294005">
              <a:lnSpc>
                <a:spcPct val="100000"/>
              </a:lnSpc>
            </a:pPr>
            <a:r>
              <a:rPr lang="en-IN"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lang="en-IN"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lang="en-IN" sz="1700" dirty="0">
              <a:latin typeface="Tahoma"/>
              <a:cs typeface="Tahoma"/>
            </a:endParaRPr>
          </a:p>
          <a:p>
            <a:pPr marL="298450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lang="en-GB" sz="2400" b="1" spc="-20" dirty="0" smtClean="0">
                <a:solidFill>
                  <a:srgbClr val="001F5F"/>
                </a:solidFill>
                <a:latin typeface="Tahoma"/>
                <a:cs typeface="Tahoma"/>
              </a:rPr>
              <a:t>  </a:t>
            </a:r>
            <a:r>
              <a:rPr sz="2400" spc="-20" dirty="0" smtClean="0">
                <a:solidFill>
                  <a:schemeClr val="bg1"/>
                </a:solidFill>
                <a:latin typeface="Tahoma"/>
                <a:cs typeface="Tahoma"/>
              </a:rPr>
              <a:t>8</a:t>
            </a:r>
            <a:r>
              <a:rPr lang="en-GB" sz="2400" spc="-20" dirty="0" smtClean="0">
                <a:solidFill>
                  <a:schemeClr val="bg1"/>
                </a:solidFill>
                <a:latin typeface="Tahoma"/>
                <a:cs typeface="Tahoma"/>
              </a:rPr>
              <a:t>h</a:t>
            </a:r>
            <a:endParaRPr sz="2400" dirty="0">
              <a:solidFill>
                <a:schemeClr val="bg1"/>
              </a:solidFill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20"/>
              </a:spcBef>
            </a:pPr>
            <a:endParaRPr lang="en-IN" sz="2400" dirty="0">
              <a:latin typeface="Tahoma"/>
              <a:cs typeface="Tahoma"/>
            </a:endParaRPr>
          </a:p>
          <a:p>
            <a:pPr marL="294005">
              <a:lnSpc>
                <a:spcPct val="100000"/>
              </a:lnSpc>
            </a:pPr>
            <a:r>
              <a:rPr lang="en-IN"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lang="en-IN" sz="1700" dirty="0">
              <a:latin typeface="Tahoma"/>
              <a:cs typeface="Tahoma"/>
            </a:endParaRPr>
          </a:p>
          <a:p>
            <a:pPr marL="976630">
              <a:lnSpc>
                <a:spcPct val="100000"/>
              </a:lnSpc>
              <a:spcBef>
                <a:spcPts val="530"/>
              </a:spcBef>
            </a:pPr>
            <a:r>
              <a:rPr lang="en-US" sz="2800" dirty="0"/>
              <a:t>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19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0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8" name="Picture 17" descr="database.jpe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038600" y="2324100"/>
            <a:ext cx="10160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7321295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6830" y="7549337"/>
            <a:ext cx="24765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15" dirty="0">
                <a:solidFill>
                  <a:srgbClr val="FFFDFD"/>
                </a:solidFill>
                <a:latin typeface="Tahoma"/>
                <a:cs typeface="Tahoma"/>
              </a:rPr>
              <a:t>9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29503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3464" y="6097270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665378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50416" y="6764477"/>
            <a:ext cx="16192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4407789" y="507238"/>
            <a:ext cx="90970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11015" algn="l"/>
                <a:tab pos="4971415" algn="l"/>
              </a:tabLst>
            </a:pPr>
            <a:r>
              <a:rPr spc="85" dirty="0"/>
              <a:t>AD</a:t>
            </a:r>
            <a:r>
              <a:rPr spc="-525" dirty="0"/>
              <a:t>V</a:t>
            </a:r>
            <a:r>
              <a:rPr spc="85" dirty="0"/>
              <a:t>AN</a:t>
            </a:r>
            <a:r>
              <a:rPr spc="-265" dirty="0"/>
              <a:t>T</a:t>
            </a:r>
            <a:r>
              <a:rPr spc="85" dirty="0"/>
              <a:t>AGES</a:t>
            </a:r>
            <a:r>
              <a:rPr dirty="0"/>
              <a:t>	</a:t>
            </a:r>
            <a:r>
              <a:rPr spc="-50" dirty="0"/>
              <a:t>&amp;</a:t>
            </a:r>
            <a:r>
              <a:rPr dirty="0"/>
              <a:t>	</a:t>
            </a:r>
            <a:r>
              <a:rPr spc="-65" dirty="0"/>
              <a:t>LIMITATIONS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6F5B7760-A8E9-A24A-8EE4-BA229CE2EF9B}"/>
              </a:ext>
            </a:extLst>
          </p:cNvPr>
          <p:cNvSpPr txBox="1"/>
          <p:nvPr/>
        </p:nvSpPr>
        <p:spPr>
          <a:xfrm>
            <a:off x="3352800" y="2377948"/>
            <a:ext cx="10972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Advantages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6E07A7D2-9B49-E894-F2C6-EFC383C5A56A}"/>
              </a:ext>
            </a:extLst>
          </p:cNvPr>
          <p:cNvSpPr txBox="1"/>
          <p:nvPr/>
        </p:nvSpPr>
        <p:spPr>
          <a:xfrm>
            <a:off x="3352800" y="5565046"/>
            <a:ext cx="361049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Limitations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xmlns="" id="{3DD87531-64BB-72C6-DB52-59F357A1D0F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352800" y="2857500"/>
            <a:ext cx="7961673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Real-time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ticket availability updates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User-friendly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interface (simple and clean UI)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Reduces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manual work and errors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Data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stored securely in database 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xmlns="" id="{B6A9D2DB-0341-752E-15CC-69DD9914F26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352800" y="6134100"/>
            <a:ext cx="10776155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Depends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on internet connection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Basic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security (no login/auth system yet)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Limited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to single event (not scalable fully)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Backend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must run continuously (no cloud deployment yet) </a:t>
            </a:r>
          </a:p>
        </p:txBody>
      </p:sp>
      <p:grpSp>
        <p:nvGrpSpPr>
          <p:cNvPr id="2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2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12D19E8-3CF5-F2A2-35CB-D5D886025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0" y="4533900"/>
            <a:ext cx="11715750" cy="1956122"/>
          </a:xfrm>
        </p:spPr>
        <p:txBody>
          <a:bodyPr/>
          <a:lstStyle/>
          <a:p>
            <a:r>
              <a:rPr lang="en-US" sz="11150" dirty="0"/>
              <a:t>Thank you</a:t>
            </a:r>
            <a:endParaRPr lang="en-IN" sz="11150" dirty="0"/>
          </a:p>
        </p:txBody>
      </p:sp>
      <p:grpSp>
        <p:nvGrpSpPr>
          <p:cNvPr id="3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4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5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xmlns="" val="3946496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1449</TotalTime>
  <Words>990</Words>
  <Application>Microsoft Office PowerPoint</Application>
  <PresentationFormat>Custom</PresentationFormat>
  <Paragraphs>339</Paragraphs>
  <Slides>18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Slide 1</vt:lpstr>
      <vt:lpstr>INTRODUCTION</vt:lpstr>
      <vt:lpstr>PROBLEM STATEMENT</vt:lpstr>
      <vt:lpstr>OBJECTIVES</vt:lpstr>
      <vt:lpstr>PROPOSED SYSTEM</vt:lpstr>
      <vt:lpstr>PROPOSED SYSTEM ARCHITECTURE</vt:lpstr>
      <vt:lpstr>WORKFLOW</vt:lpstr>
      <vt:lpstr>TECHNOLOGIES USED</vt:lpstr>
      <vt:lpstr>Slide 9</vt:lpstr>
      <vt:lpstr>Slide 10</vt:lpstr>
      <vt:lpstr>Slide 11</vt:lpstr>
      <vt:lpstr>IMPLEMENTATION SCREENSHOTS</vt:lpstr>
      <vt:lpstr>IMPLEMENTATION SCREENSHOTS</vt:lpstr>
      <vt:lpstr>IMPLEMENTATION SCREENSHOTS</vt:lpstr>
      <vt:lpstr>IMPLEMENTATION SCREENSHOTS</vt:lpstr>
      <vt:lpstr>IMPLEMENTATION SCREENSHOTS</vt:lpstr>
      <vt:lpstr>ADVANTAGES &amp; LIMITATIONS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of Computing</dc:title>
  <dc:creator>umar kottalapalli</dc:creator>
  <cp:lastModifiedBy>dell</cp:lastModifiedBy>
  <cp:revision>26</cp:revision>
  <dcterms:created xsi:type="dcterms:W3CDTF">2026-03-02T03:28:12Z</dcterms:created>
  <dcterms:modified xsi:type="dcterms:W3CDTF">2026-05-05T16:50:21Z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2026-03-02T00:00:00Z</vt:filetime>
  </property>
  <property fmtid="{D5CDD505-2E9C-101B-9397-08002B2CF9AE}" pid="5" name="Producer">
    <vt:lpwstr>www.ilovepdf.com</vt:lpwstr>
  </property>
</Properties>
</file>